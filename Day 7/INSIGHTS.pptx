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481A1-4D27-54C2-22E7-7ABD10E06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CAD7F-0648-5E3F-5AB7-D097854ED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C1C4D-0D8E-7E97-6D8E-0CEF2E479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BA61-DE1B-4E01-B429-743887F306E3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D75D7-86D9-1A2E-E299-20B678A69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5E4E6-475E-7F10-40F8-29B0DF8F7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82CD-6170-4E89-BEC3-C1C8C57E4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188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EB7E-5C6F-D83C-7FDC-C8821120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E776D-DE26-34C9-7280-C04912334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5CDD8-DEC5-4C97-350B-300D3F81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BA61-DE1B-4E01-B429-743887F306E3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6E1BF-C960-F02C-EB90-D84A20A8F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0EF02-71F2-E7DB-3CD7-5D0CA9E2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82CD-6170-4E89-BEC3-C1C8C57E4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935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A37B6-A5F3-7BCE-DBFA-514C74238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C6932-77E0-D48D-1CB3-654815C7F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AB862-31C5-69C6-3C9B-20B241CE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BA61-DE1B-4E01-B429-743887F306E3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CB41-B350-EF98-F133-94F134FE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7DD26-1491-F681-8868-6CF1D3F3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82CD-6170-4E89-BEC3-C1C8C57E4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679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00B2C-4AA5-114A-39C9-3B184CE9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B5A2D-3DBE-700D-E21D-63B44255D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563D6-98CD-AD46-21B2-95883BAF7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98EC8-ADD2-2883-7C74-00526DC6B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BA61-DE1B-4E01-B429-743887F306E3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09F10-76F6-29EC-CD58-6A6CA1461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81EED-6923-4960-B519-F4388E20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82CD-6170-4E89-BEC3-C1C8C57E4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468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2E6B-DD1F-2A87-0E58-A7DAD5C3E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99EAE-B5BA-85D7-E595-6D2121DDA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89732-AD93-C286-FE0D-59388EE3F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79B41-FE39-44E3-4201-A33258C86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7E951E-0987-296D-B41A-CF27A79968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7E6159-4457-310F-2BB0-19F2555A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BA61-DE1B-4E01-B429-743887F306E3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7476A3-E469-8D5A-95CE-F742113F4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86DF67-C321-13E5-8449-49347D83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82CD-6170-4E89-BEC3-C1C8C57E4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81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7A09-48B7-59E8-CC31-087B8DA3B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ADF67-F8D1-2BD2-681B-670A76FC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BA61-DE1B-4E01-B429-743887F306E3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FC670-10E1-6A07-3573-44182E5DD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6EB60-AA67-C79B-461B-3274C5C9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82CD-6170-4E89-BEC3-C1C8C57E4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863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6C3804-B587-15FD-4193-21A987D3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BA61-DE1B-4E01-B429-743887F306E3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3322B2-C9E5-4359-9072-F33F752F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FA525-A639-78FE-E536-653E9E1F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82CD-6170-4E89-BEC3-C1C8C57E4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904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0EE7-BB4F-E9BB-1C71-E3428F51D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464D7-E2E9-94B0-59D0-71127B8CE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85720-67B2-9D22-FC78-56552CC3D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E1855-8F20-72C4-A260-F5FE32A8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BA61-DE1B-4E01-B429-743887F306E3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C9DAE-0D19-E3D6-B3B6-B09D7EC0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E86BD-CD62-42C4-245A-72FB7848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82CD-6170-4E89-BEC3-C1C8C57E4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147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A612B-2C1B-DEE3-6D67-BA07499AF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3A8BDE-79FA-6B0D-2663-BD7A477AF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7608B-E702-9580-1161-32785FC01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CA83E-9010-617D-6C14-356CD40C2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BA61-DE1B-4E01-B429-743887F306E3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3DFCD-DC75-A5ED-DDA4-8357F704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17A6F-2918-95DA-B19F-5DAAB0E9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82CD-6170-4E89-BEC3-C1C8C57E4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97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9E9FC-87C4-FE73-EF37-2AD02EE6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275C9-1B41-CD3F-C5FC-84C3D21A6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7AD69-EFE8-3FF1-DB08-7C3D6B79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BA61-DE1B-4E01-B429-743887F306E3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8F78F-8B6A-52B9-A3CE-D4BD67297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06C16-2FE5-79D6-5837-591275C4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82CD-6170-4E89-BEC3-C1C8C57E4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310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0296B4-1F31-AA98-E239-415A40B5B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36065-1335-194E-3710-7C20C7AB8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3E6C9-8428-9D17-5124-0181D1E18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BA61-DE1B-4E01-B429-743887F306E3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BBAA7-CB89-8596-64BB-A59547FB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5BAA6-593F-6AC6-464B-F03701439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82CD-6170-4E89-BEC3-C1C8C57E4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003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E26A46-1C2C-1DCB-4206-F30C33AD6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CA5A6-68CD-AE00-FCF0-D1FA7305C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1AF53-C98B-5665-7B39-A9180E464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7BA61-DE1B-4E01-B429-743887F306E3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CA276-9980-1A51-9DC1-E8B776193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DFE8F-3F7F-1E63-1942-E703B5334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D82CD-6170-4E89-BEC3-C1C8C57E4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066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que 3">
            <a:extLst>
              <a:ext uri="{FF2B5EF4-FFF2-40B4-BE49-F238E27FC236}">
                <a16:creationId xmlns:a16="http://schemas.microsoft.com/office/drawing/2014/main" id="{081913C8-43A1-672E-49DE-D5C764EC2E3B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plaqu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</a:rPr>
              <a:t>• Defect rate reflects overall production quality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Higher rate indicates inefficiencies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Needs continuous monitoring</a:t>
            </a: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2C78FF80-0727-DD46-20EB-AF1A1B0A4877}"/>
              </a:ext>
            </a:extLst>
          </p:cNvPr>
          <p:cNvSpPr/>
          <p:nvPr/>
        </p:nvSpPr>
        <p:spPr>
          <a:xfrm>
            <a:off x="1160206" y="0"/>
            <a:ext cx="9871588" cy="619432"/>
          </a:xfrm>
          <a:prstGeom prst="bevel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</a:rPr>
              <a:t>Overall Performance</a:t>
            </a:r>
            <a:endParaRPr lang="en-IN" sz="36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747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3930-F5A9-FB9B-ECF4-64C81A99C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que 3">
            <a:extLst>
              <a:ext uri="{FF2B5EF4-FFF2-40B4-BE49-F238E27FC236}">
                <a16:creationId xmlns:a16="http://schemas.microsoft.com/office/drawing/2014/main" id="{DB092F6A-B9BB-DABC-2A94-DE6D6589B114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plaqu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</a:rPr>
              <a:t>• Top 5 products contribute most defects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Focus quality checks on these products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Improve material &amp; process quality</a:t>
            </a: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26BB0828-844D-3D26-72B8-111BE9AF68D4}"/>
              </a:ext>
            </a:extLst>
          </p:cNvPr>
          <p:cNvSpPr/>
          <p:nvPr/>
        </p:nvSpPr>
        <p:spPr>
          <a:xfrm>
            <a:off x="1160206" y="0"/>
            <a:ext cx="9871588" cy="619432"/>
          </a:xfrm>
          <a:prstGeom prst="bevel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</a:rPr>
              <a:t>Product-Level Insights</a:t>
            </a:r>
            <a:endParaRPr lang="en-IN" sz="36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120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1315C-7874-AE43-EC3D-699AF715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que 3">
            <a:extLst>
              <a:ext uri="{FF2B5EF4-FFF2-40B4-BE49-F238E27FC236}">
                <a16:creationId xmlns:a16="http://schemas.microsoft.com/office/drawing/2014/main" id="{B2A73BD6-2A2E-A9A4-3629-5B34191774E5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plaqu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</a:rPr>
              <a:t>• Decreasing trend = improvement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Increasing trend = warning sign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Helps track performance over time</a:t>
            </a: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3CDA4CE8-B352-80DF-78F6-B9261116498D}"/>
              </a:ext>
            </a:extLst>
          </p:cNvPr>
          <p:cNvSpPr/>
          <p:nvPr/>
        </p:nvSpPr>
        <p:spPr>
          <a:xfrm>
            <a:off x="1160206" y="0"/>
            <a:ext cx="9871588" cy="619432"/>
          </a:xfrm>
          <a:prstGeom prst="bevel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</a:rPr>
              <a:t>Trend Analysis</a:t>
            </a:r>
            <a:endParaRPr lang="en-IN" sz="36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64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0E0C0-241B-F24D-B128-03152F9B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que 3">
            <a:extLst>
              <a:ext uri="{FF2B5EF4-FFF2-40B4-BE49-F238E27FC236}">
                <a16:creationId xmlns:a16="http://schemas.microsoft.com/office/drawing/2014/main" id="{04818740-F1BE-B98C-30EB-8F8D85DFA9FA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plaqu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</a:rPr>
              <a:t>• Some lines show higher defects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Possible machine or process issues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Requires maintenance &amp; monitoring</a:t>
            </a: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F9C9013B-24B0-A6C8-5B19-408106891CA7}"/>
              </a:ext>
            </a:extLst>
          </p:cNvPr>
          <p:cNvSpPr/>
          <p:nvPr/>
        </p:nvSpPr>
        <p:spPr>
          <a:xfrm>
            <a:off x="1160206" y="0"/>
            <a:ext cx="9871588" cy="619432"/>
          </a:xfrm>
          <a:prstGeom prst="bevel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</a:rPr>
              <a:t>Production Line Analysis</a:t>
            </a:r>
            <a:endParaRPr lang="en-IN" sz="36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050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26744-9AF1-CCD2-0AAE-3BB32C89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que 3">
            <a:extLst>
              <a:ext uri="{FF2B5EF4-FFF2-40B4-BE49-F238E27FC236}">
                <a16:creationId xmlns:a16="http://schemas.microsoft.com/office/drawing/2014/main" id="{89720397-9917-957B-835C-F56BC86C6F2F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plaqu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</a:rPr>
              <a:t>• Variation across inspectors observed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Indicates inconsistency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Need standardized inspection process</a:t>
            </a: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8FE8EE70-9C90-6880-8B49-3B406E4814E0}"/>
              </a:ext>
            </a:extLst>
          </p:cNvPr>
          <p:cNvSpPr/>
          <p:nvPr/>
        </p:nvSpPr>
        <p:spPr>
          <a:xfrm>
            <a:off x="1160206" y="0"/>
            <a:ext cx="9871588" cy="619432"/>
          </a:xfrm>
          <a:prstGeom prst="bevel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</a:rPr>
              <a:t>Inspector Analysis</a:t>
            </a:r>
            <a:endParaRPr lang="en-IN" sz="36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248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A7C6E-BE48-0FC4-0600-C8A6B78F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que 3">
            <a:extLst>
              <a:ext uri="{FF2B5EF4-FFF2-40B4-BE49-F238E27FC236}">
                <a16:creationId xmlns:a16="http://schemas.microsoft.com/office/drawing/2014/main" id="{2512598F-EA36-5A5B-DF02-BEE9FEA9A359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plaqu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</a:rPr>
              <a:t>• Focus on top defective products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Standardize inspection procedures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Train inspectors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Maintain machinery regularly</a:t>
            </a:r>
          </a:p>
          <a:p>
            <a:r>
              <a:rPr lang="en-US" sz="4800" dirty="0">
                <a:solidFill>
                  <a:schemeClr val="tx1"/>
                </a:solidFill>
              </a:rPr>
              <a:t>• Monitor trends daily</a:t>
            </a:r>
          </a:p>
        </p:txBody>
      </p:sp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3CF842C0-4568-C8A5-6FC9-E2807CB1A407}"/>
              </a:ext>
            </a:extLst>
          </p:cNvPr>
          <p:cNvSpPr/>
          <p:nvPr/>
        </p:nvSpPr>
        <p:spPr>
          <a:xfrm>
            <a:off x="1160206" y="0"/>
            <a:ext cx="9871588" cy="619432"/>
          </a:xfrm>
          <a:prstGeom prst="bevel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</a:rPr>
              <a:t>Recommendations</a:t>
            </a:r>
            <a:endParaRPr lang="en-IN" sz="36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621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116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lakshman sai</dc:creator>
  <cp:lastModifiedBy>lakshman sai</cp:lastModifiedBy>
  <cp:revision>1</cp:revision>
  <dcterms:created xsi:type="dcterms:W3CDTF">2026-03-22T08:39:45Z</dcterms:created>
  <dcterms:modified xsi:type="dcterms:W3CDTF">2026-03-22T08:42:46Z</dcterms:modified>
</cp:coreProperties>
</file>